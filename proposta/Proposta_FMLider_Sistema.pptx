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28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</a:t>
            </a:r>
            <a:r>
              <a:rPr lang="en-US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</a:t>
            </a:r>
            <a:endParaRPr lang="en-US" dirty="0"/>
          </a:p>
          <a:p>
            <a:endParaRPr lang="pt-PT" dirty="0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480560"/>
            <a:ext cx="2743200" cy="5486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0" descr="C:\xampp\htdocs\fmlider.co.ao\frontend\public\assets\img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548640"/>
            <a:ext cx="22860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51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Integrado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Gestão e Rastreamento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fmlider.co.ao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073" y="5502889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60488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CODINGLIFEDEV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-4032504" y="6355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Masukulu Miguel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D76F48D-CAB4-D6AA-F299-A63756218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04" y="4846320"/>
            <a:ext cx="380706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FMLider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 e o que fazemos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em Fevereiro 2017 em Luanda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colaboradores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 próprias na Vidrul - Cacuaco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de camiões própria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operações em Luanda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Internacional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em 32 países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operadores de referência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global de logística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 mercados internacionais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nome no mercado angolano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Enfrentamento das dificuldades económicas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contínuo em infraestruturas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Credibilidade comprovada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20624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Investimento - Reachstacker Kalmar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Adquirido em 2022 para manuseio de contentores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mais célere e eficaz aos clientes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Mais-valia para a estrutura da empresa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20624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4343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Instalações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800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escritório na Base Vidrul - Cacuaco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em Luanda para documentos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Espaços de armazém personalizados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Armazenagem de contentores e cargas a granel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 para gestão logística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3B6CB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 •  Vite  •  Bootstrap 5  •  Supabase  •  PHP  •  MySQL  •  Groq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30175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(Vue 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responsivo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Páginas: Home, Serviços, Contactos...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 PT/EN/FR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mobile-first premium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301752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30175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em PHP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para gestão completa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na Vercel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Supabase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301752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30175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Supabase (PostgreSQL)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Tabelas: empresas, contentores...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(Row Level Security)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93776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5074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com Groq API (Llama 3.3 70B)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automático de BI/NIF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contentores em tempo real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93776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493776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5074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Supabase com JWT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em todas as tabelas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Auto-logout ao fechar o browser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protegidas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e funcionalidades para visitantes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Principais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Apresentação e destaques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- Descrição completa dos serviços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- Formulário funcional + mapa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Nós - História da empresa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- Blog e actualizações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- Fotos e vídeos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Especializadas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- Veículos e equipamentos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- Perguntas frequentes com pesquisa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- Rede de parceiros globais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Armazenagem - Serviços de armazém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Transportes - Frota própria e parceiros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Aduaneiros - Desembaraço completo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 PT/EN/FR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 mobile-first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profissionais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otimizado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sticky/fixed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fundo configuráveis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1480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Contentores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por número de BL ou contentor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em tempo real: Aguardando → Em Trânsito → Entregue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por email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movimentação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11480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de BI/NIF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709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documentos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base de dados nacional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tempo real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instantâneo no formulário de contacto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Cliente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personalizado para cada cliente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tempo real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desempenho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pendentes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para acções rápidas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Embarques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todos os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 e data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completo de cada embarque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anexos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movimentação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integrado com IA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directas com a equipa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de actualizações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integrado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1480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e orçamentos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de remessa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e recibos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de origem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em PDF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11480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709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custos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médios de trânsito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para Excel/PDF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total sobre o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users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Funcionário, Cliente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de empresas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Activar/desactivar contas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password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645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clientes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fiscais (BI/NIF)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e morada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associados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645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645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240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contentores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 localização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movimentação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a BL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09760" y="164592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46920" y="164592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149840" y="1783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Criar/editar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contentores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automática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931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4069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processos aduaneiros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prazos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a funcionários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produtividade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0" y="3931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11880" y="3931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114800" y="4069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9040" y="4526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Criar/editar cotações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por email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online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em embarque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39319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29400" y="3931920"/>
            <a:ext cx="23774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32320" y="4069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66560" y="4526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de imagens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e blog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fotos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estáticas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do site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509760" y="393192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646920" y="393192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149840" y="4069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784080" y="4526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recebidas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lido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directamente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mensagens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do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(PHP)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via Supabase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para todas as entidades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server-side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robusto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CORS configurados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e protecção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645920"/>
            <a:ext cx="52120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(Supabase)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gerido pela Supabase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 em todas as tabelas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subscriptions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para lógica complexa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para uploads (imagens, docs)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 diários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20624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Principais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auth/* - Autenticação e sessões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- Gestão de empresas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- Contentores e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- Cotações e orçamentos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- Processos aduaneiros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- Gestão de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site_images - Imagens do site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4206240"/>
            <a:ext cx="52120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Infraestrutura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Vercel (CDN global)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Serverless functions na Vercel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dados: Supabase Cloud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fmlider.co.ao (HostGator)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automático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GitHub → Vercel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74552" cy="320040"/>
          </a:xfrm>
          <a:prstGeom prst="round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vivo:  projecto-fmlider.vercel.app  →  Fase de testes antes de ir para fmlider.co.ao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protecção implementadas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com JWT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seguras e expiração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Auto-logout ao fechar browser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XSS e CSRF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em endpoints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inputs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em todas as tabelas Supabase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por role (admin/func/cliente)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apenas dados autorizados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Escrita: apenas owner ou admin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anónimo a dados sensíveis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acessos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Protecções Avançadas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encriptadas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chaves no código fonte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key protegida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restrito a domínios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SQL injection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206240"/>
            <a:ext cx="11000232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Segurança por Tabela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800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empresas: admin pode tudo, funcionario lê, cliente vê apenas a sua empresa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containers: admin/func CRUD completo, cliente apenas visualiza os seus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shipments: admin/func gerem, cliente acompanha os seus embarques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quotes: admin/func criam e editam, cliente submete e visualiza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processes: admin/func gerem estados, cliente acompanha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site_images: admin gerencia imagens do site, público lê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Especiais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do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com 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Groq API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Llama 3.3 70B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sobre serviços FMLider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24/7 no site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amigável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conversas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contentores em tempo real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BL ou número do contentor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Aguardando → Em Trânsito → Entregue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por email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 do percurso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no site público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BI/NIF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documentos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base de dados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tempo real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 formulário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fraudes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fluida para o utilizador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206240"/>
            <a:ext cx="51206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idiomas: Português, Inglês, Francês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profissional de todo o conteúdo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Alternância instantânea de idioma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multilingual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preferência do utilizador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20624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4343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800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com Bootstrap 5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em todos os tamanhos de ecrã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com scroll corrigido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optimizado para mobile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Gestos táteis suportados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optimizada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Experiência de Utilizador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profissional e intuitiva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1A365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Escuro  (#1a365d)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2A4A7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Médio  (#2a4a7f)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3B6CB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Claro  (#3b6cb4)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D4AF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Dourado  (#d4af37)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F0D0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480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Dourado Claro  (#f0d060)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029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  (#ffffff)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sticky com navegação fluida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com sombras suaves e bordas douradas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de entrada profissionais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personalizados por secção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fundo configuráveis (admin)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com scroll e responsividade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cards e gráficos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com paginação e filtros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com validação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 e skeleton screens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toast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estado coloridos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Mobile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optimizada para telemóveis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Mobile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adaptado a ecrãs pequenos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empilhados verticalmente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de acção acessíveis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por tabs inferior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formato compacto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&amp; Formulários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full-screen no mobile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corrigido para iOS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zoom automático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optimizados para teclado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tempo real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 lazy de imagens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Minimização de requests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dados local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suaves (60fps)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optimizado do bundle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206240"/>
            <a:ext cx="11000232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com Estilos Mobile-Independentes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800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Embarques, Contentores, Processos, Cotações, Contactos, Frota, Chat — todas com breakpoints 768px e 480px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responsivas com scroll horizontal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pesquisa optimizados para touch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de acção com tamanho adequado para dedos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 condições de pagamento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COMPLETO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500.000 KZ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sujeito a negociação após aprovação do projecto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3566160"/>
            <a:ext cx="48737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033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completo  •  Painel de cliente  •  Painel de admin  •  Chatbot IA  •  Rastreamento  •  API backend  •  Deploy em produção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9445752" cy="109728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Disponível: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projecto-fmlider.vercel.app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50292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aprovação, o sistema será configurado em  </a:t>
            </a:r>
            <a:r>
              <a:rPr lang="en-US" sz="11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fmlider.co.ao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539496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Pagamento: 50% adiantado + 50% na entrega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Implementação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projecto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830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Planeamento &amp;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requisitos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 mockups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BD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ambiente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16459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7830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Frontend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8803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interiores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7830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6-7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Integrações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setup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239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98280" y="16459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5440" y="17830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2600" y="28803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completos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Correcção de bugs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</a:t>
            </a:r>
            <a:endParaRPr lang="en-US" sz="10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do cliente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total estimado: 8 semanas a partir do início do projecto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avançar com o projecto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da Proposta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desta proposta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pelo Sr. Filipe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requisitos finais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contrato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Inicial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adiantado: 250.000 KZ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bancária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do pagamento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desenvolvimento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45920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 Projecto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arranque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cronograma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ambiente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repositório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206240"/>
            <a:ext cx="11000232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para Início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800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domínio fmlider.co.ao para configuração DNS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Supabase activa (já existe)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final do site (textos, imagens)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dos utilizadores admin iniciais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para integração (email, etc.)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| 15/07/2026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4" name="Image 0" descr="C:\xampp\htdocs\fmlider.co.ao\frontend\public\assets\img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65760"/>
            <a:ext cx="22860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prontos para transformar a FMLider digitalmente.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3566160"/>
            <a:ext cx="48737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Masukulu Miguel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956048" y="425196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2A4A7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56048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CODINGLIFEDEV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131" y="5033697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masukulum@gmail.com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github.com/Masukulmiguel/projecto-fmlider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FMLider Transitário &amp; Logística © 2025</a:t>
            </a:r>
            <a:endParaRPr lang="en-US" sz="10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538E62B-83FB-C8C6-62BD-E87E7D992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04" y="5212080"/>
            <a:ext cx="3807069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1843</Words>
  <Application>Microsoft Office PowerPoint</Application>
  <PresentationFormat>Personalizar</PresentationFormat>
  <Paragraphs>483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Masukulu Miguel</cp:lastModifiedBy>
  <cp:revision>3</cp:revision>
  <dcterms:created xsi:type="dcterms:W3CDTF">2026-07-15T14:33:57Z</dcterms:created>
  <dcterms:modified xsi:type="dcterms:W3CDTF">2026-07-15T15:11:58Z</dcterms:modified>
</cp:coreProperties>
</file>